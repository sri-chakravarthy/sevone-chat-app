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9685B-268F-AD61-010F-04439B9CE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55E0A-1BD9-2E53-0E9D-3E04BA7A9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9C259-34FC-9055-9ADC-87675444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AEF78-982F-4B98-997A-1F503EE90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F06CA-4C55-A0A6-0E5D-8C729DD5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53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AE452-562F-A71E-AA8B-9D7E805C8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66982-8BE5-7331-28E2-FF054B985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193B3-7D44-6CBE-43ED-91ECA8F41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6F28E-807F-B2FC-7020-573FE5CFC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22A9F-8981-F6DC-F82B-2E7A85284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5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50AFF-5B35-F0A4-3F68-84B6D202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4736D-780E-F12B-C992-0596D6044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691F4-069D-F996-EA89-3B5ACB36F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D0275-F20A-4251-7AD3-B41B53C4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FDD63-62BE-08E0-3207-DBCC91C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46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27FF-0A54-7335-426B-D9DEA35FA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AD729-1C12-04C1-9A7D-A88CE68AE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AB67E-35E6-3CB4-1092-B44B1F47C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B4157-E6B9-8F9B-1831-B5AEEBB2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4D818-ABDD-9788-412C-D30112A9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7FDF4-58CD-C45A-CBD7-76712DFE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2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24FC6-BEF6-BFA5-BFB6-5842C60C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E091B-A7BC-C5C2-7512-B7E9A9D16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44C94A-01D4-C3FA-51E3-870ABD50E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09E10A-7B93-610D-2A24-E5959E919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EB9FFD-9EB8-054F-00F9-D1B0F6383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63C23F-0D96-FBEC-535B-06083D07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1553CD-A1B7-747E-9FC5-E41615DE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6993B2-F355-11CD-7D30-EB5FB4B53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0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63FB1-862B-154F-3FD2-38B427B3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05F99-4F96-3DC1-FE41-61BA749CF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2927B-E7A4-3C19-CB98-35A0D3B3C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1CE2A-AFB6-F109-E66D-46B1A0A1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9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1B26DB-7096-B8B5-D6D4-AAFFF74C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CCBBC-F715-152D-C524-135613E6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8E0A3-8396-4F9F-0CD8-E0C7A581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44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052F-B1FC-355A-24F1-D559954CC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A67F7-1CA1-9BC4-0205-9B4C31EF0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D06E6-9876-03C9-F968-6ACCFABFC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1EB97-BA45-F2BF-09FD-740EAAC92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43530-58B2-5723-CC13-2F984FDB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6DF6E-EC5C-4263-9A37-047882B1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12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84719-FE83-3538-2BB0-9318AFEC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6ACA8D-C8CF-8E10-782D-C99BD4B4C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B5EE3-625E-B2DA-047E-684340955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F6B9-D585-9EB1-936A-6A6FB9A8C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3FF043-F398-EF61-91CC-EA875905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D7354-2F3D-E706-6842-B54BEB6D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3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A1E1D-75C8-56B3-A1AA-4A17941CC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304BE-5F5C-D791-CEE5-A34491E393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1637-9A74-7728-F00C-8421FF220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D912D-63F6-BD5F-D93C-13DB6E1B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2E928-5354-21DC-AF1C-E6DBC2C0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3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124D45-3EBF-1372-43A4-724ACD1CC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52BAA-0DE2-F433-AFCA-BA74C63BC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C564E-57D9-0E0E-1BC0-C40E1C40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FD5FF-3EC6-BBC8-7BF3-EE9542CF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D252A-16E4-8A93-E04D-5F635D84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79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6B6E5-E1CD-5F67-9D16-ECDB9761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B2AA6-A6B3-89CF-9B24-28330B799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2F168-FB83-65BD-3B9C-5B19D5D77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E0FFE-8F3F-DF47-876C-03A89756FF9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8F979-1EAB-9A41-3AC3-DFF7BAED9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B6340-8E60-2232-6A64-7A8BE5EA6A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CC45F-4712-F646-9998-3285259D7B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248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DA313F9-AF1E-CA5A-957B-3C24FEDC7B40}"/>
              </a:ext>
            </a:extLst>
          </p:cNvPr>
          <p:cNvCxnSpPr/>
          <p:nvPr/>
        </p:nvCxnSpPr>
        <p:spPr>
          <a:xfrm>
            <a:off x="2817628" y="2530549"/>
            <a:ext cx="1456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2DC1EF5-F90E-5E6F-15ED-147EDDDC8211}"/>
              </a:ext>
            </a:extLst>
          </p:cNvPr>
          <p:cNvSpPr/>
          <p:nvPr/>
        </p:nvSpPr>
        <p:spPr>
          <a:xfrm>
            <a:off x="1275907" y="2222205"/>
            <a:ext cx="1531088" cy="648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Chat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7285DB-46C8-2ED9-CE03-A06406E355DB}"/>
              </a:ext>
            </a:extLst>
          </p:cNvPr>
          <p:cNvSpPr/>
          <p:nvPr/>
        </p:nvSpPr>
        <p:spPr>
          <a:xfrm>
            <a:off x="4274288" y="2206255"/>
            <a:ext cx="1701210" cy="738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Expert Agent [ Bob Mode]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FA3CB9-A68F-5778-BBEA-9E748FDEC98F}"/>
              </a:ext>
            </a:extLst>
          </p:cNvPr>
          <p:cNvSpPr/>
          <p:nvPr/>
        </p:nvSpPr>
        <p:spPr>
          <a:xfrm>
            <a:off x="4318591" y="833771"/>
            <a:ext cx="1531088" cy="6485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 schema txt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2BB024-EC97-7727-AD5F-052B6475B11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066414" y="1482357"/>
            <a:ext cx="58479" cy="7238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D692AD-54F3-BEF4-741E-4FAD653A4C3C}"/>
              </a:ext>
            </a:extLst>
          </p:cNvPr>
          <p:cNvSpPr/>
          <p:nvPr/>
        </p:nvSpPr>
        <p:spPr>
          <a:xfrm>
            <a:off x="4307958" y="3388242"/>
            <a:ext cx="1412357" cy="7921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Mysql</a:t>
            </a:r>
            <a:r>
              <a:rPr lang="en-US" dirty="0"/>
              <a:t> MCP server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6FED63-328A-0F3D-390D-6D7D2EABC6B3}"/>
              </a:ext>
            </a:extLst>
          </p:cNvPr>
          <p:cNvSpPr/>
          <p:nvPr/>
        </p:nvSpPr>
        <p:spPr>
          <a:xfrm>
            <a:off x="4318591" y="3919870"/>
            <a:ext cx="1314893" cy="2480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tool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FC1795-7113-A7BE-C542-C91AAFCC8226}"/>
              </a:ext>
            </a:extLst>
          </p:cNvPr>
          <p:cNvSpPr/>
          <p:nvPr/>
        </p:nvSpPr>
        <p:spPr>
          <a:xfrm>
            <a:off x="6817242" y="3766413"/>
            <a:ext cx="1418996" cy="497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Update commands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C6D207-F892-C7FF-F251-C157D3B2A353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7222165" y="2924222"/>
            <a:ext cx="304575" cy="842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76974C-F42F-4919-E125-3060C3E84D31}"/>
              </a:ext>
            </a:extLst>
          </p:cNvPr>
          <p:cNvCxnSpPr>
            <a:cxnSpLocks/>
          </p:cNvCxnSpPr>
          <p:nvPr/>
        </p:nvCxnSpPr>
        <p:spPr>
          <a:xfrm>
            <a:off x="4826738" y="4180351"/>
            <a:ext cx="0" cy="795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BBA4F8-9936-4228-3CDE-62B262641460}"/>
              </a:ext>
            </a:extLst>
          </p:cNvPr>
          <p:cNvCxnSpPr>
            <a:cxnSpLocks/>
          </p:cNvCxnSpPr>
          <p:nvPr/>
        </p:nvCxnSpPr>
        <p:spPr>
          <a:xfrm flipH="1">
            <a:off x="6531491" y="4263483"/>
            <a:ext cx="799658" cy="712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n 19">
            <a:extLst>
              <a:ext uri="{FF2B5EF4-FFF2-40B4-BE49-F238E27FC236}">
                <a16:creationId xmlns:a16="http://schemas.microsoft.com/office/drawing/2014/main" id="{9252A2AE-66FE-8280-8B3B-0F9895A1E701}"/>
              </a:ext>
            </a:extLst>
          </p:cNvPr>
          <p:cNvSpPr/>
          <p:nvPr/>
        </p:nvSpPr>
        <p:spPr>
          <a:xfrm>
            <a:off x="4267200" y="4976037"/>
            <a:ext cx="2732568" cy="145666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Mysql</a:t>
            </a:r>
            <a:r>
              <a:rPr lang="en-US" dirty="0"/>
              <a:t> DB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F61FA9-0ADD-D27D-90F4-3B4586406C27}"/>
              </a:ext>
            </a:extLst>
          </p:cNvPr>
          <p:cNvSpPr txBox="1"/>
          <p:nvPr/>
        </p:nvSpPr>
        <p:spPr>
          <a:xfrm>
            <a:off x="4826739" y="4245281"/>
            <a:ext cx="102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queries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1422C-1CBE-A5D0-9B18-26D1D4388CE4}"/>
              </a:ext>
            </a:extLst>
          </p:cNvPr>
          <p:cNvSpPr txBox="1"/>
          <p:nvPr/>
        </p:nvSpPr>
        <p:spPr>
          <a:xfrm>
            <a:off x="6539023" y="4263483"/>
            <a:ext cx="1022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insert queries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EBA294-E3DF-9411-FE6E-F168FCB08EF9}"/>
              </a:ext>
            </a:extLst>
          </p:cNvPr>
          <p:cNvCxnSpPr>
            <a:cxnSpLocks/>
          </p:cNvCxnSpPr>
          <p:nvPr/>
        </p:nvCxnSpPr>
        <p:spPr>
          <a:xfrm flipV="1">
            <a:off x="4700034" y="2909780"/>
            <a:ext cx="126704" cy="536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DD92A26-4EB2-157F-4E43-9D4B40DC587A}"/>
              </a:ext>
            </a:extLst>
          </p:cNvPr>
          <p:cNvCxnSpPr>
            <a:cxnSpLocks/>
          </p:cNvCxnSpPr>
          <p:nvPr/>
        </p:nvCxnSpPr>
        <p:spPr>
          <a:xfrm flipH="1">
            <a:off x="2806995" y="2690037"/>
            <a:ext cx="14566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687BC13-71D2-1351-311D-C559B987C557}"/>
              </a:ext>
            </a:extLst>
          </p:cNvPr>
          <p:cNvSpPr/>
          <p:nvPr/>
        </p:nvSpPr>
        <p:spPr>
          <a:xfrm>
            <a:off x="6313967" y="2161076"/>
            <a:ext cx="1701210" cy="738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API Expert Agent [ Bob Mode]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617570-B949-8F89-0199-AFFD91BADB2C}"/>
              </a:ext>
            </a:extLst>
          </p:cNvPr>
          <p:cNvSpPr/>
          <p:nvPr/>
        </p:nvSpPr>
        <p:spPr>
          <a:xfrm>
            <a:off x="6539023" y="988935"/>
            <a:ext cx="1701210" cy="738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Swagger.json</a:t>
            </a:r>
            <a:endParaRPr lang="en-US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1A22DAC-99B0-D651-6B08-F4EA33F2AC1D}"/>
              </a:ext>
            </a:extLst>
          </p:cNvPr>
          <p:cNvCxnSpPr>
            <a:cxnSpLocks/>
            <a:endCxn id="32" idx="0"/>
          </p:cNvCxnSpPr>
          <p:nvPr/>
        </p:nvCxnSpPr>
        <p:spPr>
          <a:xfrm flipH="1">
            <a:off x="7164572" y="1661299"/>
            <a:ext cx="166577" cy="499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302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1736</TotalTime>
  <Words>35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Chakravarthy</dc:creator>
  <cp:lastModifiedBy>Srikanth Chakravarthy</cp:lastModifiedBy>
  <cp:revision>1</cp:revision>
  <dcterms:created xsi:type="dcterms:W3CDTF">2026-04-29T08:11:18Z</dcterms:created>
  <dcterms:modified xsi:type="dcterms:W3CDTF">2026-04-30T13:07:45Z</dcterms:modified>
</cp:coreProperties>
</file>