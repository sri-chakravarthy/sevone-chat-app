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9685B-268F-AD61-010F-04439B9CE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855E0A-1BD9-2E53-0E9D-3E04BA7A9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9C259-34FC-9055-9ADC-876754448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0FFE-8F3F-DF47-876C-03A89756FF9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1AEF78-982F-4B98-997A-1F503EE9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F06CA-4C55-A0A6-0E5D-8C729DD50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CC45F-4712-F646-9998-3285259D7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3531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AE452-562F-A71E-AA8B-9D7E805C8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66982-8BE5-7331-28E2-FF054B985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193B3-7D44-6CBE-43ED-91ECA8F41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0FFE-8F3F-DF47-876C-03A89756FF9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E6F28E-807F-B2FC-7020-573FE5CFC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22A9F-8981-F6DC-F82B-2E7A85284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CC45F-4712-F646-9998-3285259D7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9570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50AFF-5B35-F0A4-3F68-84B6D2024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4736D-780E-F12B-C992-0596D6044D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691F4-069D-F996-EA89-3B5ACB36F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0FFE-8F3F-DF47-876C-03A89756FF9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BD0275-F20A-4251-7AD3-B41B53C43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FDD63-62BE-08E0-3207-DBCC91C3A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CC45F-4712-F646-9998-3285259D7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746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327FF-0A54-7335-426B-D9DEA35FA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AD729-1C12-04C1-9A7D-A88CE68AE5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3AB67E-35E6-3CB4-1092-B44B1F47C9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4B4157-E6B9-8F9B-1831-B5AEEBB2D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0FFE-8F3F-DF47-876C-03A89756FF9C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4D818-ABDD-9788-412C-D30112A93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67FDF4-58CD-C45A-CBD7-76712DFE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CC45F-4712-F646-9998-3285259D7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62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24FC6-BEF6-BFA5-BFB6-5842C60C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3E091B-A7BC-C5C2-7512-B7E9A9D16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44C94A-01D4-C3FA-51E3-870ABD50EC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09E10A-7B93-610D-2A24-E5959E9190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EB9FFD-9EB8-054F-00F9-D1B0F6383E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63C23F-0D96-FBEC-535B-06083D070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0FFE-8F3F-DF47-876C-03A89756FF9C}" type="datetimeFigureOut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1553CD-A1B7-747E-9FC5-E41615DEB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6993B2-F355-11CD-7D30-EB5FB4B53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CC45F-4712-F646-9998-3285259D7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209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63FB1-862B-154F-3FD2-38B427B39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505F99-4F96-3DC1-FE41-61BA749CF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0FFE-8F3F-DF47-876C-03A89756FF9C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F2927B-E7A4-3C19-CB98-35A0D3B3C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1CE2A-AFB6-F109-E66D-46B1A0A18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CC45F-4712-F646-9998-3285259D7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0918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1B26DB-7096-B8B5-D6D4-AAFFF74C8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0FFE-8F3F-DF47-876C-03A89756FF9C}" type="datetimeFigureOut">
              <a:rPr lang="en-US" smtClean="0"/>
              <a:t>5/4/26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5CCBBC-F715-152D-C524-135613E64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78E0A3-8396-4F9F-0CD8-E0C7A5816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CC45F-4712-F646-9998-3285259D7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444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E052F-B1FC-355A-24F1-D559954CC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7A67F7-1CA1-9BC4-0205-9B4C31EF0B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FD06E6-9876-03C9-F968-6ACCFABFC4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41EB97-BA45-F2BF-09FD-740EAAC92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0FFE-8F3F-DF47-876C-03A89756FF9C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043530-58B2-5723-CC13-2F984FDBB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F6DF6E-EC5C-4263-9A37-047882B17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CC45F-4712-F646-9998-3285259D7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712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84719-FE83-3538-2BB0-9318AFECB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66ACA8D-C8CF-8E10-782D-C99BD4B4C1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7B5EE3-625E-B2DA-047E-684340955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A1F6B9-D585-9EB1-936A-6A6FB9A8C1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0FFE-8F3F-DF47-876C-03A89756FF9C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3FF043-F398-EF61-91CC-EA8759054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8D7354-2F3D-E706-6842-B54BEB6D7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CC45F-4712-F646-9998-3285259D7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134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A1E1D-75C8-56B3-A1AA-4A17941CC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0304BE-5F5C-D791-CEE5-A34491E393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51637-9A74-7728-F00C-8421FF220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0FFE-8F3F-DF47-876C-03A89756FF9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D912D-63F6-BD5F-D93C-13DB6E1B8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2E928-5354-21DC-AF1C-E6DBC2C0D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CC45F-4712-F646-9998-3285259D7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035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124D45-3EBF-1372-43A4-724ACD1CC4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652BAA-0DE2-F433-AFCA-BA74C63BCE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4C564E-57D9-0E0E-1BC0-C40E1C40A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0FFE-8F3F-DF47-876C-03A89756FF9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FD5FF-3EC6-BBC8-7BF3-EE9542CFE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ED252A-16E4-8A93-E04D-5F635D841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BCC45F-4712-F646-9998-3285259D7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5798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A6B6E5-E1CD-5F67-9D16-ECDB9761D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2AA6-A6B3-89CF-9B24-28330B7990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2F168-FB83-65BD-3B9C-5B19D5D77F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E0FFE-8F3F-DF47-876C-03A89756FF9C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08F979-1EAB-9A41-3AC3-DFF7BAED92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FB6340-8E60-2232-6A64-7A8BE5EA6A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BCC45F-4712-F646-9998-3285259D7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248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3A9712F-A92A-1189-F14F-EB8A41F854C6}"/>
              </a:ext>
            </a:extLst>
          </p:cNvPr>
          <p:cNvSpPr/>
          <p:nvPr/>
        </p:nvSpPr>
        <p:spPr>
          <a:xfrm>
            <a:off x="4115140" y="3234076"/>
            <a:ext cx="4847765" cy="3383610"/>
          </a:xfrm>
          <a:prstGeom prst="rect">
            <a:avLst/>
          </a:prstGeom>
          <a:solidFill>
            <a:schemeClr val="accent1">
              <a:alpha val="45958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BD6AC7-3AEA-6EB0-C41E-8BC946ADC6A2}"/>
              </a:ext>
            </a:extLst>
          </p:cNvPr>
          <p:cNvSpPr/>
          <p:nvPr/>
        </p:nvSpPr>
        <p:spPr>
          <a:xfrm>
            <a:off x="4115140" y="681400"/>
            <a:ext cx="4764476" cy="2408238"/>
          </a:xfrm>
          <a:prstGeom prst="rect">
            <a:avLst/>
          </a:prstGeom>
          <a:solidFill>
            <a:schemeClr val="accent1">
              <a:alpha val="45958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DA313F9-AF1E-CA5A-957B-3C24FEDC7B40}"/>
              </a:ext>
            </a:extLst>
          </p:cNvPr>
          <p:cNvCxnSpPr/>
          <p:nvPr/>
        </p:nvCxnSpPr>
        <p:spPr>
          <a:xfrm>
            <a:off x="2806995" y="2343266"/>
            <a:ext cx="14566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2DC1EF5-F90E-5E6F-15ED-147EDDDC8211}"/>
              </a:ext>
            </a:extLst>
          </p:cNvPr>
          <p:cNvSpPr/>
          <p:nvPr/>
        </p:nvSpPr>
        <p:spPr>
          <a:xfrm>
            <a:off x="1296407" y="2090718"/>
            <a:ext cx="1531088" cy="6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Chat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7285DB-46C8-2ED9-CE03-A06406E355DB}"/>
              </a:ext>
            </a:extLst>
          </p:cNvPr>
          <p:cNvSpPr/>
          <p:nvPr/>
        </p:nvSpPr>
        <p:spPr>
          <a:xfrm>
            <a:off x="4233280" y="1973794"/>
            <a:ext cx="2402297" cy="7389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SQL Expert Agent </a:t>
            </a:r>
          </a:p>
          <a:p>
            <a:pPr algn="ctr"/>
            <a:r>
              <a:rPr lang="en-US" dirty="0"/>
              <a:t>[ Bob Mode]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FA3CB9-A68F-5778-BBEA-9E748FDEC98F}"/>
              </a:ext>
            </a:extLst>
          </p:cNvPr>
          <p:cNvSpPr/>
          <p:nvPr/>
        </p:nvSpPr>
        <p:spPr>
          <a:xfrm>
            <a:off x="4318591" y="833771"/>
            <a:ext cx="2316986" cy="6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SQL schema txt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02BB024-EC97-7727-AD5F-052B6475B11B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5434429" y="1482357"/>
            <a:ext cx="0" cy="4914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40D692AD-54F3-BEF4-741E-4FAD653A4C3C}"/>
              </a:ext>
            </a:extLst>
          </p:cNvPr>
          <p:cNvSpPr/>
          <p:nvPr/>
        </p:nvSpPr>
        <p:spPr>
          <a:xfrm>
            <a:off x="4307958" y="3388242"/>
            <a:ext cx="2414116" cy="792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Mysql</a:t>
            </a:r>
            <a:r>
              <a:rPr lang="en-US" dirty="0"/>
              <a:t> MCP server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6FED63-328A-0F3D-390D-6D7D2EABC6B3}"/>
              </a:ext>
            </a:extLst>
          </p:cNvPr>
          <p:cNvSpPr/>
          <p:nvPr/>
        </p:nvSpPr>
        <p:spPr>
          <a:xfrm>
            <a:off x="4783986" y="3954995"/>
            <a:ext cx="1314893" cy="24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tool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076974C-F42F-4919-E125-3060C3E84D31}"/>
              </a:ext>
            </a:extLst>
          </p:cNvPr>
          <p:cNvCxnSpPr>
            <a:cxnSpLocks/>
          </p:cNvCxnSpPr>
          <p:nvPr/>
        </p:nvCxnSpPr>
        <p:spPr>
          <a:xfrm>
            <a:off x="5442031" y="4203069"/>
            <a:ext cx="0" cy="7956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n 19">
            <a:extLst>
              <a:ext uri="{FF2B5EF4-FFF2-40B4-BE49-F238E27FC236}">
                <a16:creationId xmlns:a16="http://schemas.microsoft.com/office/drawing/2014/main" id="{9252A2AE-66FE-8280-8B3B-0F9895A1E701}"/>
              </a:ext>
            </a:extLst>
          </p:cNvPr>
          <p:cNvSpPr/>
          <p:nvPr/>
        </p:nvSpPr>
        <p:spPr>
          <a:xfrm>
            <a:off x="4267200" y="4976037"/>
            <a:ext cx="2732568" cy="1456661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MARIA DB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F61FA9-0ADD-D27D-90F4-3B4586406C27}"/>
              </a:ext>
            </a:extLst>
          </p:cNvPr>
          <p:cNvSpPr txBox="1"/>
          <p:nvPr/>
        </p:nvSpPr>
        <p:spPr>
          <a:xfrm>
            <a:off x="6027552" y="4322020"/>
            <a:ext cx="10229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Select queries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2EBA294-E3DF-9411-FE6E-F168FCB08EF9}"/>
              </a:ext>
            </a:extLst>
          </p:cNvPr>
          <p:cNvCxnSpPr>
            <a:cxnSpLocks/>
          </p:cNvCxnSpPr>
          <p:nvPr/>
        </p:nvCxnSpPr>
        <p:spPr>
          <a:xfrm flipV="1">
            <a:off x="5434428" y="2721936"/>
            <a:ext cx="0" cy="666306"/>
          </a:xfrm>
          <a:prstGeom prst="straightConnector1">
            <a:avLst/>
          </a:prstGeom>
          <a:ln>
            <a:headEnd type="arrow" w="med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DD92A26-4EB2-157F-4E43-9D4B40DC587A}"/>
              </a:ext>
            </a:extLst>
          </p:cNvPr>
          <p:cNvCxnSpPr>
            <a:cxnSpLocks/>
          </p:cNvCxnSpPr>
          <p:nvPr/>
        </p:nvCxnSpPr>
        <p:spPr>
          <a:xfrm flipH="1">
            <a:off x="2806995" y="2592189"/>
            <a:ext cx="14566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432D393-917B-27D2-6BF8-92898F7C240A}"/>
              </a:ext>
            </a:extLst>
          </p:cNvPr>
          <p:cNvSpPr txBox="1"/>
          <p:nvPr/>
        </p:nvSpPr>
        <p:spPr>
          <a:xfrm>
            <a:off x="7247860" y="5048584"/>
            <a:ext cx="1631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SevOne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CCC191-525F-08FF-8B7B-F6971CDCD5F7}"/>
              </a:ext>
            </a:extLst>
          </p:cNvPr>
          <p:cNvSpPr txBox="1"/>
          <p:nvPr/>
        </p:nvSpPr>
        <p:spPr>
          <a:xfrm>
            <a:off x="7242636" y="1772824"/>
            <a:ext cx="1631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Bob Shell</a:t>
            </a:r>
          </a:p>
        </p:txBody>
      </p:sp>
    </p:spTree>
    <p:extLst>
      <p:ext uri="{BB962C8B-B14F-4D97-AF65-F5344CB8AC3E}">
        <p14:creationId xmlns:p14="http://schemas.microsoft.com/office/powerpoint/2010/main" val="2220302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D22AD-8BE0-090B-0936-3B10F865C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79A88-5AB4-D666-FD8D-741A8B5A5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B6BFD1-7E9D-B8EE-744A-27350D59C916}"/>
              </a:ext>
            </a:extLst>
          </p:cNvPr>
          <p:cNvSpPr/>
          <p:nvPr/>
        </p:nvSpPr>
        <p:spPr>
          <a:xfrm>
            <a:off x="6817242" y="3766413"/>
            <a:ext cx="1418996" cy="497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commands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25EC9B-A267-FCB2-EF5D-33683D1E7ECF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7222165" y="2924222"/>
            <a:ext cx="304575" cy="8421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9C8AA81B-79DA-39D5-1423-831270BADF2E}"/>
              </a:ext>
            </a:extLst>
          </p:cNvPr>
          <p:cNvSpPr/>
          <p:nvPr/>
        </p:nvSpPr>
        <p:spPr>
          <a:xfrm>
            <a:off x="6539023" y="988935"/>
            <a:ext cx="1701210" cy="7389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Swagger.json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DD9B85A-1855-EB1B-3A89-D4D05B0F5451}"/>
              </a:ext>
            </a:extLst>
          </p:cNvPr>
          <p:cNvCxnSpPr>
            <a:cxnSpLocks/>
          </p:cNvCxnSpPr>
          <p:nvPr/>
        </p:nvCxnSpPr>
        <p:spPr>
          <a:xfrm flipH="1">
            <a:off x="7164572" y="1661299"/>
            <a:ext cx="166577" cy="4997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CAAD697-D9E3-AFB9-3B86-050343DBE26D}"/>
              </a:ext>
            </a:extLst>
          </p:cNvPr>
          <p:cNvSpPr/>
          <p:nvPr/>
        </p:nvSpPr>
        <p:spPr>
          <a:xfrm>
            <a:off x="6313967" y="2161076"/>
            <a:ext cx="1701210" cy="7389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API Expert Agent [ Bob Mode] </a:t>
            </a:r>
          </a:p>
        </p:txBody>
      </p:sp>
    </p:spTree>
    <p:extLst>
      <p:ext uri="{BB962C8B-B14F-4D97-AF65-F5344CB8AC3E}">
        <p14:creationId xmlns:p14="http://schemas.microsoft.com/office/powerpoint/2010/main" val="3810247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1749</TotalTime>
  <Words>37</Words>
  <Application>Microsoft Macintosh PowerPoint</Application>
  <PresentationFormat>Widescreen</PresentationFormat>
  <Paragraphs>13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Srikanth Chakravarthy</dc:creator>
  <cp:lastModifiedBy>Srikanth Chakravarthy</cp:lastModifiedBy>
  <cp:revision>2</cp:revision>
  <dcterms:created xsi:type="dcterms:W3CDTF">2026-04-29T08:11:18Z</dcterms:created>
  <dcterms:modified xsi:type="dcterms:W3CDTF">2026-05-04T09:08:57Z</dcterms:modified>
</cp:coreProperties>
</file>